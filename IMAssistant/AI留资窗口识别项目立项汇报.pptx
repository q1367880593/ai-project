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515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AI 留资窗口识别项目立项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4944" y="1764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基于用户画像、行为轨迹、房源上下文和 IM 对话的 Agent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88950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当前状态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77824" y="3218688"/>
            <a:ext cx="28254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App-服务端-LLM 链路已跑通，已能成功提示留资窗口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160520" y="2743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88950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立项目标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25112" y="3218688"/>
            <a:ext cx="28254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将经纪人经验判断升级为实时、可解释、可沉淀的智能决策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607808" y="2743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88950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未来规划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0" y="3218688"/>
            <a:ext cx="28254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成功留资知识库、智能回复 API、留资卡片与物料推荐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875520" y="-182880"/>
            <a:ext cx="3108960" cy="3108960"/>
          </a:xfrm>
          <a:prstGeom prst="arc">
            <a:avLst/>
          </a:prstGeom>
          <a:noFill/>
          <a:ln w="25400">
            <a:solidFill>
              <a:srgbClr val="BBD3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6126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立项评审版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为什么需要立项：IM 留资是关键转化节点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留资不是一个简单话术问题，而是找房服务链路从线上兴趣进入线下服务的关键动作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业务链路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1801368"/>
            <a:ext cx="25054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C端浏览房源 → IM咨询 → 经纪人沟通 → 用户留手机号 → 电话/约看/成交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79476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7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14721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700"/>
                </a:solidFill>
              </a:rPr>
              <a:t>核心矛盾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59352" y="1801368"/>
            <a:ext cx="25054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用户意向、信任和问题处理状态不断变化，经纪人需要判断何时开口最自然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949440" y="13258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14721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</a:rPr>
              <a:t>当前问题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14032" y="1801368"/>
            <a:ext cx="25054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时机不稳定、机会易错过、上下文利用不足、话术质量不均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93008" y="2029968"/>
            <a:ext cx="21031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47688" y="2029968"/>
            <a:ext cx="21031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1966874" cy="560070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10128"/>
            <a:ext cx="1820570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问题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06954" y="3246120"/>
            <a:ext cx="5135728" cy="560070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0106" y="3310128"/>
            <a:ext cx="498942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具体表现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42682" y="3246120"/>
            <a:ext cx="3824478" cy="560070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5834" y="3310128"/>
            <a:ext cx="367817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影响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806190"/>
            <a:ext cx="1966874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870198"/>
            <a:ext cx="1820570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过早索要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954" y="3806190"/>
            <a:ext cx="513572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0106" y="3870198"/>
            <a:ext cx="498942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问题未回答、信任未建立就要手机号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42682" y="3806190"/>
            <a:ext cx="382447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5834" y="3870198"/>
            <a:ext cx="367817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用户沉默或拒绝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" y="4366260"/>
            <a:ext cx="1966874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430268"/>
            <a:ext cx="1820570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窗口错过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954" y="4366260"/>
            <a:ext cx="513572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0106" y="4430268"/>
            <a:ext cx="498942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用户已询问看房但未被及时承接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42682" y="4366260"/>
            <a:ext cx="382447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5834" y="4430268"/>
            <a:ext cx="367817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高意向线索流失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4926330"/>
            <a:ext cx="1966874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990338"/>
            <a:ext cx="1820570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信息分散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06954" y="4926330"/>
            <a:ext cx="513572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80106" y="4990338"/>
            <a:ext cx="498942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画像、轨迹、房源、对话散落多系统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42682" y="4926330"/>
            <a:ext cx="3824478" cy="56007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5834" y="4990338"/>
            <a:ext cx="3678174" cy="43205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经纪人判断负担高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完整逻辑链：从业务问题推导项目价值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价值来自把经验型留资判断转化为可计算、可解释、可优化的 Agent Workflow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721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业务增长依赖 IM 留资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8952" y="180136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手机号是电话沟通、约看和成交的入口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40664" y="145389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5041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04488" y="1911096"/>
            <a:ext cx="329184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32588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721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留资依赖合适窗口期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53712" y="180136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过早打扰，过晚错过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35424" y="145389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5041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699248" y="1911096"/>
            <a:ext cx="329184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132588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4721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窗口期依赖多源上下文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48472" y="180136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画像 + 行为 + 房源 + 对话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330184" y="145389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15041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上下文需要 Agent 记忆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" y="372160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持续累计并实时分析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0664" y="337413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4244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904488" y="3831336"/>
            <a:ext cx="329184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判断要转成可执行动作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53712" y="372160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提示经纪人怎么说、何时说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535424" y="337413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34244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699248" y="3831336"/>
            <a:ext cx="329184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83880" y="32461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反馈沉淀形成资产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48472" y="3721608"/>
            <a:ext cx="29169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知识库、策略、模型持续优化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330184" y="337413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0184" y="34244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97280" y="544068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5586984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价值结论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61872" y="5916168"/>
            <a:ext cx="9637776" cy="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733"/>
                </a:solidFill>
              </a:rPr>
              <a:t>将“凭经验判断要电话时机”升级为“基于多源上下文的实时智能决策”，提升留资转化并降低用户打扰。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项目价值：对用户、经纪人、平台形成共同增益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不是只做一个 AI 回复功能，而是建设 IM 转化链路中的智能决策能力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用户价值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47457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减少生硬索要手机号；在约看、确认、推荐等自然场景中被承接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衡量：拒绝率、沉默率、投诉率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DD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4721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经纪人价值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82512" y="1801368"/>
            <a:ext cx="47457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实时获得阶段、留资分、风险点和建议策略，降低经验门槛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衡量：采纳率、响应效率、留资成功率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295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平台价值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3858768"/>
            <a:ext cx="47457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沉淀可复用的留资判断能力和数据资产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衡量：IM留资率、提示后留资率、带看转化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DD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5295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运营/算法价值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82512" y="3858768"/>
            <a:ext cx="47457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可观察不同场景的转化规律，支持知识库和策略迭代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衡量：策略命中率、标注效率、模型迭代周期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当前建设现状：第一阶段链路已验证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 App-服务端-LLM 完成留资窗口识别，并具备实时监控能力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80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1. 数据上传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1709928"/>
            <a:ext cx="19110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用户行为、画像、房源上下文、用户/经纪人消息累计上传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907792" y="1810512"/>
            <a:ext cx="365760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380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2. Agent 记忆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02152" y="1709928"/>
            <a:ext cx="19110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按 conversation_id 维护会话上下文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596128" y="1810512"/>
            <a:ext cx="365760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80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3. LLM 分析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9632" y="1709928"/>
            <a:ext cx="19110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识别阶段、留资分、置信度、风险标记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302752" y="1810512"/>
            <a:ext cx="365760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123444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1380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4. B端提示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97112" y="1709928"/>
            <a:ext cx="19110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733"/>
                </a:solidFill>
              </a:rPr>
              <a:t>SSE 推送窗口期结果，支持 H5 监控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5800" y="2880360"/>
            <a:ext cx="2686050" cy="475488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25397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已具备能力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71850" y="2880360"/>
            <a:ext cx="8058150" cy="475488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5002" y="2944368"/>
            <a:ext cx="79118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说明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355848"/>
            <a:ext cx="26860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419856"/>
            <a:ext cx="25397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累计上下文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71850" y="3355848"/>
            <a:ext cx="80581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5002" y="3419856"/>
            <a:ext cx="79118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同一会话下持续合并画像、轨迹、房源和消息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3831336"/>
            <a:ext cx="26860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895344"/>
            <a:ext cx="25397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窗口识别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71850" y="3831336"/>
            <a:ext cx="80581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5002" y="3895344"/>
            <a:ext cx="79118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已能成功提示留资窗口，并输出原因和建议策略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4306824"/>
            <a:ext cx="26860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4370832"/>
            <a:ext cx="25397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实时推送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71850" y="4306824"/>
            <a:ext cx="80581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5002" y="4370832"/>
            <a:ext cx="79118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B端通过流式订阅获取最新 analysis 事件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" y="4782312"/>
            <a:ext cx="26860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846320"/>
            <a:ext cx="25397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可视化监控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71850" y="4782312"/>
            <a:ext cx="80581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5002" y="4846320"/>
            <a:ext cx="791184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可查看画像、聊天记录、留资分和当前状态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工作流设计：增量上传 + Agent 记忆 + 流式推送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每次会话上下文变化都会触发重新分析，并推送给正在订阅的 B 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550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C端/IM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8952" y="1984248"/>
            <a:ext cx="14996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733"/>
                </a:solidFill>
              </a:rPr>
              <a:t>画像、行为、消息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459736" y="2048256"/>
            <a:ext cx="34747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5087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6550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Agent记忆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44952" y="1984248"/>
            <a:ext cx="14996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733"/>
                </a:solidFill>
              </a:rPr>
              <a:t>合并上下文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45736" y="2048256"/>
            <a:ext cx="34747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15087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16550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LLM分析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30952" y="1984248"/>
            <a:ext cx="14996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733"/>
                </a:solidFill>
              </a:rPr>
              <a:t>阶段/意图/风险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031736" y="2048256"/>
            <a:ext cx="34747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15087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16550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规则兜底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16952" y="1984248"/>
            <a:ext cx="14996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733"/>
                </a:solidFill>
              </a:rPr>
              <a:t>留资分/风控/版本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317736" y="2048256"/>
            <a:ext cx="347472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38360" y="15087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16550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B端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02952" y="1984248"/>
            <a:ext cx="14996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733"/>
                </a:solidFill>
              </a:rPr>
              <a:t>提示卡/轻提示/风险提醒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31520" y="3337560"/>
            <a:ext cx="2969971" cy="429768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401568"/>
            <a:ext cx="282366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前后端时序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1491" y="3337560"/>
            <a:ext cx="7637069" cy="429768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4643" y="3401568"/>
            <a:ext cx="7490765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</a:rPr>
              <a:t>关键说明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3767328"/>
            <a:ext cx="2969971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831336"/>
            <a:ext cx="282366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B端先订阅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01491" y="3767328"/>
            <a:ext cx="763706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74643" y="3831336"/>
            <a:ext cx="7490765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进入聊天页后建立 /agent/window/stream?conversation_id=xxx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4197096"/>
            <a:ext cx="2969971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261104"/>
            <a:ext cx="282366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C端/IM持续上传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01491" y="4197096"/>
            <a:ext cx="763706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4643" y="4261104"/>
            <a:ext cx="7490765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每个行为或消息通过 /agent/conversation/update 增量写入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4626864"/>
            <a:ext cx="2969971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690872"/>
            <a:ext cx="282366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Agent实时分析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01491" y="4626864"/>
            <a:ext cx="763706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4643" y="4690872"/>
            <a:ext cx="7490765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合并上下文后调用 LLM，再做规则兜底和风险拦截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1520" y="5056632"/>
            <a:ext cx="2969971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120640"/>
            <a:ext cx="282366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主动推送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01491" y="5056632"/>
            <a:ext cx="7637069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74643" y="5120640"/>
            <a:ext cx="7490765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分析完成后通过 SSE 向 B端推送 analysis 事件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本期建设范围：把窗口识别闭环做稳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一期重点是让判断稳定、可解释、可观测、可接入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Agent上下文记忆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709928"/>
            <a:ext cx="46542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2733"/>
                </a:solidFill>
              </a:rPr>
              <a:t>累计用户画像、浏览轨迹、房源上下文和对话历史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138074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留资窗口识别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91072" y="1709928"/>
            <a:ext cx="46542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2733"/>
                </a:solidFill>
              </a:rPr>
              <a:t>识别用户阶段、计算留资分、输出是否提示经纪人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88950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B端实时接收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3218688"/>
            <a:ext cx="46542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2733"/>
                </a:solidFill>
              </a:rPr>
              <a:t>通过流式传输获取最新窗口期判断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88950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可视化监控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91072" y="3218688"/>
            <a:ext cx="46542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2733"/>
                </a:solidFill>
              </a:rPr>
              <a:t>按会话查看状态、画像、聊天记录和分析结果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7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39826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基础风控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" y="4727448"/>
            <a:ext cx="465429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2733"/>
                </a:solidFill>
              </a:rPr>
              <a:t>拒绝、费用顾虑未处理、流失风险场景不触发强提示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未来规划：从“识别窗口”升级为“推荐话术和动作”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下一阶段重点是知识库、智能回复 API、卡片与物料动作推荐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成功留资对话知识库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1709928"/>
            <a:ext cx="2916936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沉淀成功留资前 3-5 轮对话、触发信号、成功话术、成功原因和禁忌表达。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价值：让 AI 回复更接近优秀经纪人的真实成功表达。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DD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智能回复 API 接入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45152" y="1709928"/>
            <a:ext cx="2916936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Agent 负责判断窗口期、提供策略和上下文；公司职能部门 API 负责生成最终话术。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价值：复用公司已有规范能力，降低重复建设。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275320" y="12344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7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卡片/物料动作推荐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39912" y="1709928"/>
            <a:ext cx="2916936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让 AI 判断何时推荐留资卡片、约看卡片、房源报告、户型报告、相似房源。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D2733"/>
                </a:solidFill>
              </a:rPr>
              <a:t>价值：从“说什么”升级为“做什么”。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里程碑：分阶段交付、持续数据闭环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先完成窗口识别闭环，再扩展知识库和动作推荐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5506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阶段一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200253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留资窗口识别闭环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上下文累计、LLM判断、B端订阅、H5监控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90672" y="3154680"/>
            <a:ext cx="338328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65506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阶段二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85032" y="1984248"/>
            <a:ext cx="200253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知识库增强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成功留资对话标注、向量检索、范例召回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79592" y="3154680"/>
            <a:ext cx="338328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5506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阶段三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73952" y="1984248"/>
            <a:ext cx="200253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工具/物料推荐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留资卡片、约看卡片、房源/户型报告推荐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68512" y="3154680"/>
            <a:ext cx="338328" cy="0"/>
          </a:xfrm>
          <a:prstGeom prst="line">
            <a:avLst/>
          </a:prstGeom>
          <a:noFill/>
          <a:ln w="1778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98280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65506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阶段四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62872" y="1984248"/>
            <a:ext cx="200253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数据闭环优化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733"/>
                </a:solidFill>
              </a:rPr>
              <a:t>采纳/修改/忽略/留资回流，优化策略和模型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结论：立项价值明确，具备继续产品化基础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当前链路已验证，下一步应围绕效果提升和动作扩展继续建设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80744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立项判断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709928"/>
            <a:ext cx="101864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733"/>
                </a:solidFill>
              </a:rPr>
              <a:t>本项目将 IM 留资这一高度依赖经纪人经验的关键转化动作，升级为基于多源上下文的 Agent Workflow，具备明确业务价值和可持续优化空间。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D2733"/>
                </a:solidFill>
              </a:rPr>
              <a:t>短期：稳定识别留资窗口，帮助经纪人把握合适时机。</a:t>
            </a:r>
            <a:endParaRPr lang="en-US" sz="1300" dirty="0"/>
          </a:p>
          <a:p>
            <a:r>
              <a:rPr lang="en-US" sz="1300" dirty="0">
                <a:solidFill>
                  <a:srgbClr val="1D2733"/>
                </a:solidFill>
              </a:rPr>
              <a:t>中期：接入成功案例知识库和智能回复 API，提升回复质量和规范性。</a:t>
            </a:r>
            <a:endParaRPr lang="en-US" sz="1300" dirty="0"/>
          </a:p>
          <a:p>
            <a:r>
              <a:rPr lang="en-US" sz="1300" dirty="0">
                <a:solidFill>
                  <a:srgbClr val="1D2733"/>
                </a:solidFill>
              </a:rPr>
              <a:t>长期：结合留资卡片、房源报告、户型报告等物料，实现“话术 + 工具”的智能推荐。</a:t>
            </a:r>
            <a:endParaRPr lang="en-US" sz="1300" dirty="0"/>
          </a:p>
          <a:p>
            <a:r>
              <a:rPr lang="en-US" sz="1300" dirty="0">
                <a:solidFill>
                  <a:srgbClr val="1D2733"/>
                </a:solidFill>
              </a:rPr>
              <a:t>最终：形成可沉淀、可评估、可持续优化的 IM 转化能力。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56692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建议进入小范围试点，围绕 IM 留资率、提示采纳率、用户拒绝率和提示后留资率进行评估。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</a:rPr>
              <a:t>AI留资窗口识别项目立项  · 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我爱我家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AI留资窗口识别项目立项汇报</dc:title>
  <dc:subject>AI留资窗口识别项目立项</dc:subject>
  <dc:creator>IMAssistant</dc:creator>
  <cp:lastModifiedBy>IMAssistant</cp:lastModifiedBy>
  <cp:revision>1</cp:revision>
  <dcterms:created xsi:type="dcterms:W3CDTF">2026-06-17T09:31:21Z</dcterms:created>
  <dcterms:modified xsi:type="dcterms:W3CDTF">2026-06-17T09:31:21Z</dcterms:modified>
</cp:coreProperties>
</file>